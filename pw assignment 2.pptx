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4618E-E225-444C-8BC7-8853810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BB98E-77FA-40EF-A0F5-8D1FE3AE0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5A1CA-3C9B-434E-9C0C-D90346B4A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1BB7B-6779-4F69-82CA-FD0A8A4ADE80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159D5-0455-40C3-A464-9EBE27E72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C51D9-F0DF-44E7-A19C-839F432CC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B44-15D8-49C9-A79C-A791589F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763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94162-8B87-4D33-B1A7-B0750191E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7329E-6AD6-49D5-8698-9F0A18CC5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1B9C7-426D-4CE6-B800-15B65D97E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1BB7B-6779-4F69-82CA-FD0A8A4ADE80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3F71E-2578-4C72-B576-5E3A99A75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C3649-AEC5-4A07-9A85-8A78CCDD8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B44-15D8-49C9-A79C-A791589F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674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A79E2-CA7E-4786-9CC7-6A3A322DC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C22F9-D6EE-4F5D-9CA2-E599327F5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5F0EA-809F-45E6-8405-C9880C5CF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1BB7B-6779-4F69-82CA-FD0A8A4ADE80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5E743-D4E0-43D5-B339-53134DFCF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03B41-D809-4F30-AD23-B7BB1533F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B44-15D8-49C9-A79C-A791589F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86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652BC-6A58-4621-945B-C41DB1BE9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2E9D5-F336-41E8-9459-5277509681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09973-CB22-4761-8B9A-F9DD8E5B6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0986E-3C62-42EE-9D9A-433FF59F0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1BB7B-6779-4F69-82CA-FD0A8A4ADE80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5480B-1897-4861-A591-19A3800DC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E8CA2-AF8A-4390-B6E4-318AAA173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B44-15D8-49C9-A79C-A791589F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615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0D35-9F65-4296-8479-780455D5A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B9956-8E84-4339-9838-C7210E10A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5A24E1-312E-4DBF-92A4-8028E73E1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ECA6BE-6367-4721-842E-FB0FC836C7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EA62D5-ED8E-409D-8EC3-936126DCB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B87719-8EA2-4EDC-9EB1-6FB408EEC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1BB7B-6779-4F69-82CA-FD0A8A4ADE80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8D3CE5-ED1C-4D97-9869-BB0C0347D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99961C-5A1F-41B8-B354-22CE5C45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B44-15D8-49C9-A79C-A791589F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372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ABFE2-211B-41BD-B306-E65AD9974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87A16-4694-4C7A-87CC-1BAC835E6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1BB7B-6779-4F69-82CA-FD0A8A4ADE80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7C248D-24D6-4B0D-8BFE-4F504BC41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5C3887-3A01-49D5-B7FE-C6629AB38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B44-15D8-49C9-A79C-A791589F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76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16F0AE-9DEB-43FF-B9ED-664D2D3C2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1BB7B-6779-4F69-82CA-FD0A8A4ADE80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1A7609-7332-4AC7-9053-A29BB8200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FFD2D-0015-4E17-8267-CA3FFFAD8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B44-15D8-49C9-A79C-A791589F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18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3877-C961-42C2-99E9-634A0CE99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8405F-3C08-46B7-B6B8-E5F6B3993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43A247-8DDF-460B-AD43-9203F59FA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932B5-C691-466C-A123-961B4D808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1BB7B-6779-4F69-82CA-FD0A8A4ADE80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55D40-D8B7-4D27-93A4-A06F42F8E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8F52B-C0BB-4254-BFDE-5A8988C3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B44-15D8-49C9-A79C-A791589F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81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D2EFE-46ED-4DDF-8664-BE25E553B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D73D52-0D12-4176-97A0-EDBB34D3D7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4BDCE-9ADD-46F1-B87A-ABFA570A2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95B70-AE8E-470D-A53E-80BE6F489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1BB7B-6779-4F69-82CA-FD0A8A4ADE80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38295-D56E-4D78-9935-D2FF14CA8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F7709-6F70-426E-AC19-A28736BC2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B44-15D8-49C9-A79C-A791589F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148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34CE-960C-494F-9239-605B6C190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0334D-A904-4AE3-9B81-8ADF1E7EF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09B09-554E-43EB-BC40-86E4D91BD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1BB7B-6779-4F69-82CA-FD0A8A4ADE80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3A19B-D319-41A0-8C93-E1EC3667D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86210-C5C3-4E02-8928-2F46D0008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B44-15D8-49C9-A79C-A791589F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296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7FB093-5D19-442F-B455-0910D80A88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02BE8-5A0F-4105-819E-06270A1CC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135EA-3E6A-4251-ADE1-CADC7F096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1BB7B-6779-4F69-82CA-FD0A8A4ADE80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BAD3D-55AD-4FCA-9D79-6A3687CFE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72084-D1C0-4064-A11E-FD204AFF5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B44-15D8-49C9-A79C-A791589F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47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249E7B-003A-4F25-A269-39B12B37B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7656D-BE33-4FD2-8011-972C30407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DC21D-01BC-444C-8FD7-44B1E951D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1BB7B-6779-4F69-82CA-FD0A8A4ADE80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0D568-D91A-443F-AF35-6C4FE303ED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5A7BF-6B5A-402C-9DFC-E281D98950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09B44-15D8-49C9-A79C-A791589FC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670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C14EE46-5130-4A91-934A-C57237305DD4}"/>
              </a:ext>
            </a:extLst>
          </p:cNvPr>
          <p:cNvSpPr/>
          <p:nvPr/>
        </p:nvSpPr>
        <p:spPr>
          <a:xfrm>
            <a:off x="180512" y="193959"/>
            <a:ext cx="132158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1) Build a </a:t>
            </a:r>
            <a:r>
              <a:rPr lang="en-IN" dirty="0" err="1"/>
              <a:t>siple</a:t>
            </a:r>
            <a:r>
              <a:rPr lang="en-IN" dirty="0"/>
              <a:t> webpage that displays text as shown in the below image.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0C189-DFF7-4B18-8082-BE3F74BD83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63480"/>
            <a:ext cx="12118018" cy="609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74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FC1A3D-D777-4B6A-8494-EFBE94702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09" y="980982"/>
            <a:ext cx="10011054" cy="56767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621EBDC-1ECF-475A-93A8-97CB0BE24C7E}"/>
              </a:ext>
            </a:extLst>
          </p:cNvPr>
          <p:cNvSpPr/>
          <p:nvPr/>
        </p:nvSpPr>
        <p:spPr>
          <a:xfrm>
            <a:off x="340309" y="289823"/>
            <a:ext cx="116711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2) Build a simple webpage that helps users navigate different web development-related websites.</a:t>
            </a:r>
          </a:p>
        </p:txBody>
      </p:sp>
    </p:spTree>
    <p:extLst>
      <p:ext uri="{BB962C8B-B14F-4D97-AF65-F5344CB8AC3E}">
        <p14:creationId xmlns:p14="http://schemas.microsoft.com/office/powerpoint/2010/main" val="1999939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844FB2-2301-4DE2-A786-8B727D31B98F}"/>
              </a:ext>
            </a:extLst>
          </p:cNvPr>
          <p:cNvSpPr/>
          <p:nvPr/>
        </p:nvSpPr>
        <p:spPr>
          <a:xfrm>
            <a:off x="162757" y="154866"/>
            <a:ext cx="119108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3) Build a simple blog web page with 3 pages home, web development, and web design. Each page must</a:t>
            </a:r>
          </a:p>
          <a:p>
            <a:r>
              <a:rPr lang="en-IN" dirty="0"/>
              <a:t>contain hyperlinks to other pages in the top, a heading of the page topic and a paragraph of information.</a:t>
            </a:r>
          </a:p>
          <a:p>
            <a:r>
              <a:rPr lang="en-IN" dirty="0"/>
              <a:t>For the home page you can add some information about yourself.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4B772D-8538-448E-9FDE-2B1A59B7A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6504"/>
            <a:ext cx="12192000" cy="498909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8D8294B-D49A-4696-97D1-FA7F1DD1FBF6}"/>
              </a:ext>
            </a:extLst>
          </p:cNvPr>
          <p:cNvSpPr/>
          <p:nvPr/>
        </p:nvSpPr>
        <p:spPr>
          <a:xfrm>
            <a:off x="162757" y="134717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Home page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6691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BDA5DE-B506-4184-8607-EB99A6574C32}"/>
              </a:ext>
            </a:extLst>
          </p:cNvPr>
          <p:cNvSpPr/>
          <p:nvPr/>
        </p:nvSpPr>
        <p:spPr>
          <a:xfrm>
            <a:off x="0" y="21229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Web development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03AE03-029E-4AE2-8CE3-7C59D391F5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2526"/>
            <a:ext cx="12063663" cy="573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363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FF4C1C-C6E7-40DE-B15A-C29C16981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074"/>
            <a:ext cx="11983453" cy="55964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4E5BF90-3A8F-464A-B141-FB94BAE06C97}"/>
              </a:ext>
            </a:extLst>
          </p:cNvPr>
          <p:cNvSpPr/>
          <p:nvPr/>
        </p:nvSpPr>
        <p:spPr>
          <a:xfrm>
            <a:off x="288758" y="45293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Web design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2413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9E3DA8-5B62-4257-80E5-CC8D9CDB9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2737"/>
            <a:ext cx="12192000" cy="58152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08CDEF1-DE09-45CA-89AA-9695B9730203}"/>
              </a:ext>
            </a:extLst>
          </p:cNvPr>
          <p:cNvSpPr/>
          <p:nvPr/>
        </p:nvSpPr>
        <p:spPr>
          <a:xfrm>
            <a:off x="-1" y="320388"/>
            <a:ext cx="120315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4) Create an ordered list of HTML tags. Each list item must include the tag name and some information about</a:t>
            </a:r>
          </a:p>
          <a:p>
            <a:r>
              <a:rPr lang="en-US" dirty="0"/>
              <a:t>the tag.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6053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A4511E-58F5-4708-92A8-51EF5BAF9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9587"/>
            <a:ext cx="12192000" cy="531427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7EB8846-939A-4810-9E2D-6838FC4D28D7}"/>
              </a:ext>
            </a:extLst>
          </p:cNvPr>
          <p:cNvSpPr/>
          <p:nvPr/>
        </p:nvSpPr>
        <p:spPr>
          <a:xfrm>
            <a:off x="128336" y="114135"/>
            <a:ext cx="126251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5) create a description list of full stack web </a:t>
            </a:r>
            <a:r>
              <a:rPr lang="en-US" dirty="0" err="1"/>
              <a:t>deKelopment</a:t>
            </a:r>
            <a:r>
              <a:rPr lang="en-US" dirty="0"/>
              <a:t> tech stack, using the &lt;dl&gt; tag. Each term should be</a:t>
            </a:r>
          </a:p>
          <a:p>
            <a:r>
              <a:rPr lang="en-US" dirty="0"/>
              <a:t>a tech stack name and each </a:t>
            </a:r>
            <a:r>
              <a:rPr lang="en-US" dirty="0" err="1"/>
              <a:t>descriptio</a:t>
            </a:r>
            <a:r>
              <a:rPr lang="en-US" dirty="0"/>
              <a:t># should be a brief explanation of what the tech stack is used for.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8492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D44F4E-DF9A-421D-B4A7-7C49066621C2}"/>
              </a:ext>
            </a:extLst>
          </p:cNvPr>
          <p:cNvSpPr/>
          <p:nvPr/>
        </p:nvSpPr>
        <p:spPr>
          <a:xfrm>
            <a:off x="-1" y="0"/>
            <a:ext cx="124165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6) Create an ordered list </a:t>
            </a:r>
            <a:r>
              <a:rPr lang="en-IN" dirty="0" err="1"/>
              <a:t>fo</a:t>
            </a:r>
            <a:r>
              <a:rPr lang="en-IN" dirty="0"/>
              <a:t> the full stack web development tech stack </a:t>
            </a:r>
            <a:r>
              <a:rPr lang="en-IN" dirty="0" err="1"/>
              <a:t>html,css,js.For</a:t>
            </a:r>
            <a:r>
              <a:rPr lang="en-IN" dirty="0"/>
              <a:t> each tech stack, create a table that lists the tech stack name, its primary use cases, and some key features or benefits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21736C-2ACC-4331-9E28-AA4C73B53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3174"/>
            <a:ext cx="12192000" cy="611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512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D13E25-F093-4EFA-AE5D-471580A2AA34}"/>
              </a:ext>
            </a:extLst>
          </p:cNvPr>
          <p:cNvSpPr/>
          <p:nvPr/>
        </p:nvSpPr>
        <p:spPr>
          <a:xfrm>
            <a:off x="-1" y="-1"/>
            <a:ext cx="1219200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/>
              <a:t>7) Build a complex nested list structure representing a multi-level table of contents. Use unordered lists</a:t>
            </a:r>
          </a:p>
          <a:p>
            <a:r>
              <a:rPr lang="en-IN" sz="2200" dirty="0"/>
              <a:t>(&lt;ul&gt;) and list items (&lt;li&gt;) with inline-block styling to create a structured layout. Apply formatting tags to</a:t>
            </a:r>
          </a:p>
          <a:p>
            <a:r>
              <a:rPr lang="en-IN" sz="2200" dirty="0"/>
              <a:t>enhance the presentation of list items.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E40A04-9286-4EBF-B69E-60CA024DB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95" y="1107994"/>
            <a:ext cx="12192000" cy="575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880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7D6CED-96AE-4731-B026-EBCB72C36E0D}"/>
              </a:ext>
            </a:extLst>
          </p:cNvPr>
          <p:cNvSpPr/>
          <p:nvPr/>
        </p:nvSpPr>
        <p:spPr>
          <a:xfrm>
            <a:off x="-1" y="139641"/>
            <a:ext cx="1206366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/>
              <a:t>8) Build a complex nested list structure representing a multi-level table of contents. Use unordered lists</a:t>
            </a:r>
          </a:p>
          <a:p>
            <a:r>
              <a:rPr lang="en-IN" sz="2200" dirty="0"/>
              <a:t>(&lt;ul&gt;) an( list items (&lt;li&gt;) with inline-block styling to create a structured layout. Apply formatting tags to</a:t>
            </a:r>
          </a:p>
          <a:p>
            <a:r>
              <a:rPr lang="en-IN" sz="2200" dirty="0"/>
              <a:t>enhance the presentation of list items.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F12935-C313-40D9-9F13-530C80AA3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7637"/>
            <a:ext cx="12192000" cy="561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842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306</Words>
  <Application>Microsoft Office PowerPoint</Application>
  <PresentationFormat>Widescreen</PresentationFormat>
  <Paragraphs>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2023-10-30T01:23:39Z</dcterms:created>
  <dcterms:modified xsi:type="dcterms:W3CDTF">2023-10-30T01:42:54Z</dcterms:modified>
</cp:coreProperties>
</file>